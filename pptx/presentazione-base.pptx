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11680"/>
            <a:ext cx="10515600" cy="2286000"/>
          </a:xfrm>
        </p:spPr>
        <p:txBody>
          <a:bodyPr wrap="square"/>
          <a:lstStyle/>
          <a:p>
            <a:r>
              <a:rPr sz="5400" b="1" i="0" lang="it-IT">
                <a:solidFill>
                  <a:srgbClr val="FFFFFF"/>
                </a:solidFill>
                <a:latin typeface="Arial"/>
              </a:rPr>
              <a:t>[Titolo della presentazione]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5029200"/>
            <a:ext cx="10515600" cy="1097280"/>
          </a:xfrm>
        </p:spPr>
        <p:txBody>
          <a:bodyPr/>
          <a:lstStyle/>
          <a:p>
            <a:r>
              <a:rPr sz="2200" b="0" i="0" lang="it-IT">
                <a:solidFill>
                  <a:srgbClr val="FFFFFF"/>
                </a:solidFill>
                <a:latin typeface="Arial"/>
              </a:rPr>
              <a:t>[Sottotitolo / Relatore]</a:t>
            </a:r>
          </a:p>
          <a:p>
            <a:r>
              <a:rPr sz="2200" b="0" i="0" lang="it-IT">
                <a:solidFill>
                  <a:srgbClr val="FFFFFF"/>
                </a:solidFill>
                <a:latin typeface="Arial"/>
              </a:rPr>
              <a:t>[Data dell'evento]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lang="it-IT">
                <a:solidFill>
                  <a:srgbClr val="C0504D"/>
                </a:solidFill>
                <a:latin typeface="Arial"/>
              </a:rPr>
              <a:t>[ETICHETTA / ARGOMENTO]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48640"/>
            <a:ext cx="10515600" cy="914400"/>
          </a:xfrm>
        </p:spPr>
        <p:txBody>
          <a:bodyPr/>
          <a:lstStyle/>
          <a:p>
            <a:r>
              <a:rPr sz="4000" b="1" i="0" lang="it-IT">
                <a:solidFill>
                  <a:srgbClr val="1F4E79"/>
                </a:solidFill>
                <a:latin typeface="Arial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508760"/>
            <a:ext cx="731520" cy="54864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2011680"/>
            <a:ext cx="548640" cy="54864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 lang="it-IT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01168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 i="0" lang="it-IT">
                <a:solidFill>
                  <a:srgbClr val="212121"/>
                </a:solidFill>
                <a:latin typeface="Arial"/>
              </a:rPr>
              <a:t>[Primo punto della presentazione]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788920"/>
            <a:ext cx="548640" cy="54864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 lang="it-IT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7889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 i="0" lang="it-IT">
                <a:solidFill>
                  <a:srgbClr val="212121"/>
                </a:solidFill>
                <a:latin typeface="Arial"/>
              </a:rPr>
              <a:t>[Secondo punto]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566160"/>
            <a:ext cx="548640" cy="54864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661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 lang="it-IT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56616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 i="0" lang="it-IT">
                <a:solidFill>
                  <a:srgbClr val="212121"/>
                </a:solidFill>
                <a:latin typeface="Arial"/>
              </a:rPr>
              <a:t>[Terzo punto]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343400"/>
            <a:ext cx="548640" cy="54864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434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 lang="it-IT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3434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 i="0" lang="it-IT">
                <a:solidFill>
                  <a:srgbClr val="212121"/>
                </a:solidFill>
                <a:latin typeface="Arial"/>
              </a:rPr>
              <a:t>[Quarto punto]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5120640"/>
            <a:ext cx="548640" cy="54864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206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 lang="it-IT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12064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 i="0" lang="it-IT">
                <a:solidFill>
                  <a:srgbClr val="212121"/>
                </a:solidFill>
                <a:latin typeface="Arial"/>
              </a:rPr>
              <a:t>[Conclusioni e domande]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2743200"/>
            <a:ext cx="10058400" cy="2286000"/>
          </a:xfrm>
        </p:spPr>
        <p:txBody>
          <a:bodyPr/>
          <a:lstStyle/>
          <a:p>
            <a:r>
              <a:rPr sz="4800" b="1" i="0" lang="it-IT">
                <a:solidFill>
                  <a:srgbClr val="FFFFFF"/>
                </a:solidFill>
                <a:latin typeface="Arial"/>
              </a:rPr>
              <a:t>[Titolo della sezione]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" cy="6858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lang="it-IT">
                <a:solidFill>
                  <a:srgbClr val="C0504D"/>
                </a:solidFill>
                <a:latin typeface="Arial"/>
              </a:rPr>
              <a:t>SEZIONE 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48640"/>
            <a:ext cx="10515600" cy="914400"/>
          </a:xfrm>
        </p:spPr>
        <p:txBody>
          <a:bodyPr/>
          <a:lstStyle/>
          <a:p>
            <a:r>
              <a:rPr sz="3600" b="1" i="0" lang="it-IT">
                <a:solidFill>
                  <a:srgbClr val="1F4E79"/>
                </a:solidFill>
                <a:latin typeface="Arial"/>
              </a:rPr>
              <a:t>[Titolo della slide di contenuto]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417320"/>
            <a:ext cx="731520" cy="54864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28600" cy="2286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 lang="it-IT">
                <a:solidFill>
                  <a:srgbClr val="212121"/>
                </a:solidFill>
                <a:latin typeface="Arial"/>
              </a:rPr>
              <a:t>[Concetto chiave: una frase breve e diretta]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246120"/>
            <a:ext cx="228600" cy="2286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0632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 lang="it-IT">
                <a:solidFill>
                  <a:srgbClr val="212121"/>
                </a:solidFill>
                <a:latin typeface="Arial"/>
              </a:rPr>
              <a:t>[Secondo concetto: massimo due righe per punto]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297679"/>
            <a:ext cx="228600" cy="2286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1148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 lang="it-IT">
                <a:solidFill>
                  <a:srgbClr val="212121"/>
                </a:solidFill>
                <a:latin typeface="Arial"/>
              </a:rPr>
              <a:t>[Terzo concetto: privilegia chiarezza alla densita]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5349240"/>
            <a:ext cx="228600" cy="2286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51663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 lang="it-IT">
                <a:solidFill>
                  <a:srgbClr val="212121"/>
                </a:solidFill>
                <a:latin typeface="Arial"/>
              </a:rPr>
              <a:t>[Quarto concetto: massimo 5-6 punti per slide]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48640"/>
            <a:ext cx="10515600" cy="914400"/>
          </a:xfrm>
        </p:spPr>
        <p:txBody>
          <a:bodyPr/>
          <a:lstStyle/>
          <a:p>
            <a:r>
              <a:rPr sz="3600" b="1" i="0" lang="it-IT">
                <a:solidFill>
                  <a:srgbClr val="1F4E79"/>
                </a:solidFill>
                <a:latin typeface="Arial"/>
              </a:rPr>
              <a:t>[Confronto / Prima e Dopo]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417320"/>
            <a:ext cx="731520" cy="54864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5212080" cy="43891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521208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 lang="it-IT">
                <a:solidFill>
                  <a:srgbClr val="FFFFFF"/>
                </a:solidFill>
                <a:latin typeface="Arial"/>
              </a:rPr>
              <a:t>  COLONNA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56032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 lang="it-IT">
                <a:solidFill>
                  <a:srgbClr val="212121"/>
                </a:solidFill>
                <a:latin typeface="Arial"/>
              </a:rPr>
              <a:t>- [Primo elemento]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20040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 lang="it-IT">
                <a:solidFill>
                  <a:srgbClr val="212121"/>
                </a:solidFill>
                <a:latin typeface="Arial"/>
              </a:rPr>
              <a:t>- [Secondo elemento]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840479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 lang="it-IT">
                <a:solidFill>
                  <a:srgbClr val="212121"/>
                </a:solidFill>
                <a:latin typeface="Arial"/>
              </a:rPr>
              <a:t>- [Terzo elemento]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828800"/>
            <a:ext cx="5212080" cy="43891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828800"/>
            <a:ext cx="5212080" cy="4572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 lang="it-IT">
                <a:solidFill>
                  <a:srgbClr val="FFFFFF"/>
                </a:solidFill>
                <a:latin typeface="Arial"/>
              </a:rPr>
              <a:t>  COLONNA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56032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 lang="it-IT">
                <a:solidFill>
                  <a:srgbClr val="212121"/>
                </a:solidFill>
                <a:latin typeface="Arial"/>
              </a:rPr>
              <a:t>- [Primo elemento]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20040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 lang="it-IT">
                <a:solidFill>
                  <a:srgbClr val="212121"/>
                </a:solidFill>
                <a:latin typeface="Arial"/>
              </a:rPr>
              <a:t>- [Secondo elemento]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840479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 lang="it-IT">
                <a:solidFill>
                  <a:srgbClr val="212121"/>
                </a:solidFill>
                <a:latin typeface="Arial"/>
              </a:rPr>
              <a:t>- [Terzo elemento]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48640"/>
            <a:ext cx="10515600" cy="731520"/>
          </a:xfrm>
        </p:spPr>
        <p:txBody>
          <a:bodyPr/>
          <a:lstStyle/>
          <a:p>
            <a:r>
              <a:rPr sz="2800" b="1" i="0" lang="it-IT">
                <a:solidFill>
                  <a:srgbClr val="1F4E79"/>
                </a:solidFill>
                <a:latin typeface="Arial"/>
              </a:rPr>
              <a:t>[Dato chiave]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274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0" b="1" i="0" lang="it-IT">
                <a:solidFill>
                  <a:srgbClr val="C0504D"/>
                </a:solidFill>
                <a:latin typeface="Arial"/>
              </a:rPr>
              <a:t>[87 %]</a:t>
            </a:r>
          </a:p>
        </p:txBody>
      </p:sp>
      <p:sp>
        <p:nvSpPr>
          <p:cNvPr id="5" name="Rectangle 4"/>
          <p:cNvSpPr/>
          <p:nvPr/>
        </p:nvSpPr>
        <p:spPr>
          <a:xfrm>
            <a:off x="5641848" y="4754880"/>
            <a:ext cx="914400" cy="731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 i="0" lang="it-IT">
                <a:solidFill>
                  <a:srgbClr val="212121"/>
                </a:solidFill>
                <a:latin typeface="Arial"/>
              </a:rPr>
              <a:t>[Breve descrizione del dato: cosa rappresenta e perche e rilevante]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48640"/>
            <a:ext cx="10515600" cy="914400"/>
          </a:xfrm>
        </p:spPr>
        <p:txBody>
          <a:bodyPr/>
          <a:lstStyle/>
          <a:p>
            <a:r>
              <a:rPr sz="3600" b="1" i="0" lang="it-IT">
                <a:solidFill>
                  <a:srgbClr val="1F4E79"/>
                </a:solidFill>
                <a:latin typeface="Arial"/>
              </a:rPr>
              <a:t>[Titolo della tabella]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417320"/>
            <a:ext cx="731520" cy="54864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011680"/>
          <a:ext cx="103327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/>
                <a:gridCol w="3444240"/>
                <a:gridCol w="3444240"/>
              </a:tblGrid>
              <a:tr h="1028700">
                <a:tc>
                  <a:txBody>
                    <a:bodyPr/>
                    <a:lstStyle/>
                    <a:p>
                      <a:r>
                        <a:rPr sz="1800" b="1" i="0" lang="it-IT">
                          <a:solidFill>
                            <a:srgbClr val="FFFFFF"/>
                          </a:solidFill>
                          <a:latin typeface="Arial"/>
                        </a:rPr>
                        <a:t>[Indicatore]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i="0" lang="it-IT">
                          <a:solidFill>
                            <a:srgbClr val="FFFFFF"/>
                          </a:solidFill>
                          <a:latin typeface="Arial"/>
                        </a:rPr>
                        <a:t>[Valore]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i="0" lang="it-IT">
                          <a:solidFill>
                            <a:srgbClr val="FFFFFF"/>
                          </a:solidFill>
                          <a:latin typeface="Arial"/>
                        </a:rPr>
                        <a:t>[Note]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800" b="0" i="0" lang="it-IT">
                          <a:solidFill>
                            <a:srgbClr val="212121"/>
                          </a:solidFill>
                          <a:latin typeface="Arial"/>
                        </a:rPr>
                        <a:t>[...]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 lang="it-IT">
                          <a:solidFill>
                            <a:srgbClr val="212121"/>
                          </a:solidFill>
                          <a:latin typeface="Arial"/>
                        </a:rPr>
                        <a:t>[...]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 lang="it-IT">
                          <a:solidFill>
                            <a:srgbClr val="212121"/>
                          </a:solidFill>
                          <a:latin typeface="Arial"/>
                        </a:rPr>
                        <a:t>[...]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800" b="0" i="0" lang="it-IT">
                          <a:solidFill>
                            <a:srgbClr val="212121"/>
                          </a:solidFill>
                          <a:latin typeface="Arial"/>
                        </a:rPr>
                        <a:t>[...]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 lang="it-IT">
                          <a:solidFill>
                            <a:srgbClr val="212121"/>
                          </a:solidFill>
                          <a:latin typeface="Arial"/>
                        </a:rPr>
                        <a:t>[...]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 lang="it-IT">
                          <a:solidFill>
                            <a:srgbClr val="212121"/>
                          </a:solidFill>
                          <a:latin typeface="Arial"/>
                        </a:rPr>
                        <a:t>[...]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800" b="0" i="0" lang="it-IT">
                          <a:solidFill>
                            <a:srgbClr val="212121"/>
                          </a:solidFill>
                          <a:latin typeface="Arial"/>
                        </a:rPr>
                        <a:t>[...]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 lang="it-IT">
                          <a:solidFill>
                            <a:srgbClr val="212121"/>
                          </a:solidFill>
                          <a:latin typeface="Arial"/>
                        </a:rPr>
                        <a:t>[...]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 lang="it-IT">
                          <a:solidFill>
                            <a:srgbClr val="212121"/>
                          </a:solidFill>
                          <a:latin typeface="Arial"/>
                        </a:rPr>
                        <a:t>[...]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548640"/>
            <a:ext cx="10058400" cy="731520"/>
          </a:xfrm>
        </p:spPr>
        <p:txBody>
          <a:bodyPr/>
          <a:lstStyle/>
          <a:p>
            <a:r>
              <a:rPr sz="2400" b="1" i="0" lang="it-IT">
                <a:solidFill>
                  <a:srgbClr val="C0504D"/>
                </a:solidFill>
                <a:latin typeface="Arial"/>
              </a:rPr>
              <a:t>Citazione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" cy="6858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1828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0" b="1" i="0" lang="it-IT">
                <a:solidFill>
                  <a:srgbClr val="C0504D"/>
                </a:solidFill>
                <a:latin typeface="Arial"/>
              </a:rPr>
              <a:t>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560320"/>
            <a:ext cx="9144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1" lang="it-IT">
                <a:solidFill>
                  <a:srgbClr val="1F4E79"/>
                </a:solidFill>
                <a:latin typeface="Arial"/>
              </a:rPr>
              <a:t>[Inserisci qui la citazione, breve e d'impatto, max 2-3 righe]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50292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 lang="it-IT">
                <a:solidFill>
                  <a:srgbClr val="212121"/>
                </a:solidFill>
                <a:latin typeface="Arial"/>
              </a:rPr>
              <a:t>- [Autore della citazione]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48640"/>
            <a:ext cx="10515600" cy="914400"/>
          </a:xfrm>
        </p:spPr>
        <p:txBody>
          <a:bodyPr/>
          <a:lstStyle/>
          <a:p>
            <a:r>
              <a:rPr sz="3600" b="1" i="0" lang="it-IT">
                <a:solidFill>
                  <a:srgbClr val="1F4E79"/>
                </a:solidFill>
                <a:latin typeface="Arial"/>
              </a:rPr>
              <a:t>Prossimi passi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417320"/>
            <a:ext cx="731520" cy="54864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3200400" cy="3657600"/>
          </a:xfrm>
          <a:prstGeom prst="rect">
            <a:avLst/>
          </a:prstGeom>
          <a:solidFill>
            <a:srgbClr val="FAFAFA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286000"/>
            <a:ext cx="3200400" cy="548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lang="it-IT">
                <a:solidFill>
                  <a:srgbClr val="FFFFFF"/>
                </a:solidFill>
                <a:latin typeface="Arial"/>
              </a:rPr>
              <a:t>  AZIONE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017520"/>
            <a:ext cx="27432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 lang="it-IT">
                <a:solidFill>
                  <a:srgbClr val="212121"/>
                </a:solidFill>
                <a:latin typeface="Arial"/>
              </a:rPr>
              <a:t>[Descrizione attivita]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93192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 lang="it-IT">
                <a:solidFill>
                  <a:srgbClr val="595959"/>
                </a:solidFill>
                <a:latin typeface="Arial"/>
              </a:rPr>
              <a:t>Responsabile:
[Nome Cognome]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02920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 lang="it-IT">
                <a:solidFill>
                  <a:srgbClr val="595959"/>
                </a:solidFill>
                <a:latin typeface="Arial"/>
              </a:rPr>
              <a:t>Scadenza:
[GG/MM/AAAA]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2286000"/>
            <a:ext cx="3200400" cy="3657600"/>
          </a:xfrm>
          <a:prstGeom prst="rect">
            <a:avLst/>
          </a:prstGeom>
          <a:solidFill>
            <a:srgbClr val="FAFAFA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2286000"/>
            <a:ext cx="3200400" cy="548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28600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lang="it-IT">
                <a:solidFill>
                  <a:srgbClr val="FFFFFF"/>
                </a:solidFill>
                <a:latin typeface="Arial"/>
              </a:rPr>
              <a:t>  AZIONE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017520"/>
            <a:ext cx="27432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 lang="it-IT">
                <a:solidFill>
                  <a:srgbClr val="212121"/>
                </a:solidFill>
                <a:latin typeface="Arial"/>
              </a:rPr>
              <a:t>[Descrizione attivita]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93192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 lang="it-IT">
                <a:solidFill>
                  <a:srgbClr val="595959"/>
                </a:solidFill>
                <a:latin typeface="Arial"/>
              </a:rPr>
              <a:t>Responsabile:
[Nome Cognome]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502920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 lang="it-IT">
                <a:solidFill>
                  <a:srgbClr val="595959"/>
                </a:solidFill>
                <a:latin typeface="Arial"/>
              </a:rPr>
              <a:t>Scadenza:
[GG/MM/AAAA]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286000"/>
            <a:ext cx="3200400" cy="3657600"/>
          </a:xfrm>
          <a:prstGeom prst="rect">
            <a:avLst/>
          </a:prstGeom>
          <a:solidFill>
            <a:srgbClr val="FAFAFA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2286000"/>
            <a:ext cx="3200400" cy="548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28600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lang="it-IT">
                <a:solidFill>
                  <a:srgbClr val="FFFFFF"/>
                </a:solidFill>
                <a:latin typeface="Arial"/>
              </a:rPr>
              <a:t>  AZIONE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017520"/>
            <a:ext cx="27432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 lang="it-IT">
                <a:solidFill>
                  <a:srgbClr val="212121"/>
                </a:solidFill>
                <a:latin typeface="Arial"/>
              </a:rPr>
              <a:t>[Descrizione attivita]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93192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 lang="it-IT">
                <a:solidFill>
                  <a:srgbClr val="595959"/>
                </a:solidFill>
                <a:latin typeface="Arial"/>
              </a:rPr>
              <a:t>Responsabile:
[Nome Cognome]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502920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 lang="it-IT">
                <a:solidFill>
                  <a:srgbClr val="595959"/>
                </a:solidFill>
                <a:latin typeface="Arial"/>
              </a:rPr>
              <a:t>Scadenza:
[GG/MM/AAAA]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286000"/>
            <a:ext cx="10515600" cy="1828800"/>
          </a:xfrm>
        </p:spPr>
        <p:txBody>
          <a:bodyPr/>
          <a:lstStyle/>
          <a:p>
            <a:r>
              <a:rPr sz="8000" b="1" i="0" lang="it-IT">
                <a:solidFill>
                  <a:srgbClr val="FFFFFF"/>
                </a:solidFill>
                <a:latin typeface="Arial"/>
              </a:rPr>
              <a:t>Grazie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4572000"/>
            <a:ext cx="10515600" cy="1371600"/>
          </a:xfrm>
        </p:spPr>
        <p:txBody>
          <a:bodyPr/>
          <a:lstStyle/>
          <a:p>
            <a:r>
              <a:rPr sz="2000" b="0" i="0" lang="it-IT">
                <a:solidFill>
                  <a:srgbClr val="FFFFFF"/>
                </a:solidFill>
                <a:latin typeface="Arial"/>
              </a:rPr>
              <a:t>[Nome Cognome] - [Ruolo, Organizzazione]</a:t>
            </a:r>
          </a:p>
          <a:p>
            <a:r>
              <a:rPr sz="2000" b="0" i="0" lang="it-IT">
                <a:solidFill>
                  <a:srgbClr val="FFFFFF"/>
                </a:solidFill>
                <a:latin typeface="Arial"/>
              </a:rPr>
              <a:t>Email: [indirizzo@email.it]   Web: [www.esempio.it]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4297680"/>
            <a:ext cx="1828800" cy="73152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accessibile - Template base</dc:title>
  <dc:subject>Template WCAG 2.1 AA</dc:subject>
  <dc:creator>[Nome dell'autore]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it-IT</dc:language>
</cp:coreProperties>
</file>